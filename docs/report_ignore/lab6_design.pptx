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8" r:id="rId2"/>
    <p:sldId id="259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5223" autoAdjust="0"/>
  </p:normalViewPr>
  <p:slideViewPr>
    <p:cSldViewPr snapToGrid="0" showGuides="1">
      <p:cViewPr>
        <p:scale>
          <a:sx n="100" d="100"/>
          <a:sy n="100" d="100"/>
        </p:scale>
        <p:origin x="1410" y="-78"/>
      </p:cViewPr>
      <p:guideLst>
        <p:guide orient="horz" pos="3096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A470E-0A2A-416D-BDC8-6F21E347DCA9}" type="datetimeFigureOut">
              <a:rPr lang="en-IL" smtClean="0"/>
              <a:t>12/29/2025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B34BC-2BAD-4325-9221-DEC438B3932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82707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D3C93-5657-F568-4C07-C653DC452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03829-4B62-02C5-E439-0AAACE3C7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D1C89-52FF-1AE8-E2CA-CABFAC3A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2762D-3115-8440-75FA-28E11BAC3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4B34BC-2BAD-4325-9221-DEC438B3932D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96760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14BA7-3521-DE02-69CF-F2814A10C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680A6-9D2A-5EBA-A9FA-FDA087E8D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F5ECC-8BA1-8FEC-E2B5-5DFDEEE46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BB10D-BF4F-559A-5858-A8456D989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4B34BC-2BAD-4325-9221-DEC438B3932D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95064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12/29/2025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9130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12/29/2025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5396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12/29/2025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55017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12/29/2025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68404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12/29/2025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60904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12/29/2025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648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12/29/2025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0220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12/29/2025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7339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12/29/2025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62904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12/29/2025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6505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12/29/2025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74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EE709-064A-4295-8798-D27502C7A2AA}" type="datetimeFigureOut">
              <a:rPr lang="en-IL" smtClean="0"/>
              <a:t>12/29/2025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6557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9FBB2-067E-7DC8-7B44-11F04A262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F98934-406B-EDBB-02F3-1D014263FADA}"/>
              </a:ext>
            </a:extLst>
          </p:cNvPr>
          <p:cNvSpPr txBox="1"/>
          <p:nvPr/>
        </p:nvSpPr>
        <p:spPr>
          <a:xfrm>
            <a:off x="60429" y="213452"/>
            <a:ext cx="2546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Design process</a:t>
            </a:r>
            <a:endParaRPr lang="en-IL" sz="24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74CD0-9BAD-0DAC-035D-8F61B4107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94" y="618150"/>
            <a:ext cx="2204274" cy="2041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200" b="1" i="1" dirty="0"/>
              <a:t>Block diagram of the system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F951D19-95EC-3841-E228-D4BFE8ED9E72}"/>
              </a:ext>
            </a:extLst>
          </p:cNvPr>
          <p:cNvSpPr txBox="1">
            <a:spLocks/>
          </p:cNvSpPr>
          <p:nvPr/>
        </p:nvSpPr>
        <p:spPr>
          <a:xfrm>
            <a:off x="340020" y="7155180"/>
            <a:ext cx="6114284" cy="26793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GB" sz="900" b="1" dirty="0"/>
              <a:t>I/O: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/>
              <a:t>BTNC – loading and Data.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/>
              <a:t>BTNL/BTNR – moving between config states.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/>
              <a:t>SEG7/DP – seven segment display output.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/>
              <a:t>AN – digit shift register output.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/>
              <a:t>LED – config state indicators.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/>
              <a:t>RX LINE – the Rx serial data from the computer.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/>
              <a:t>RGB – out </a:t>
            </a:r>
            <a:r>
              <a:rPr lang="en-GB" sz="900" dirty="0" err="1"/>
              <a:t>pwm</a:t>
            </a:r>
            <a:r>
              <a:rPr lang="en-GB" sz="900" dirty="0"/>
              <a:t> output we control with the Rx input and BTNS. 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900" b="1" dirty="0"/>
              <a:t>Blocks: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 err="1"/>
              <a:t>Load_reg</a:t>
            </a:r>
            <a:r>
              <a:rPr lang="en-GB" sz="900" dirty="0"/>
              <a:t>– </a:t>
            </a:r>
            <a:r>
              <a:rPr lang="en-GB" sz="900" dirty="0" err="1"/>
              <a:t>debouncer</a:t>
            </a:r>
            <a:r>
              <a:rPr lang="en-GB" sz="900" dirty="0"/>
              <a:t> for the BTNS.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 err="1"/>
              <a:t>Wrap_Rx_Mac_Parser</a:t>
            </a:r>
            <a:r>
              <a:rPr lang="en-GB" sz="900" dirty="0"/>
              <a:t> – including all the data received path components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 err="1"/>
              <a:t>Disp_reg</a:t>
            </a:r>
            <a:r>
              <a:rPr lang="en-GB" sz="900" dirty="0"/>
              <a:t> – conducting the 7 segment display value in hex for presentation as a 32bit vector.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 err="1"/>
              <a:t>Wrap_display</a:t>
            </a:r>
            <a:r>
              <a:rPr lang="en-GB" sz="900" dirty="0"/>
              <a:t> – displaying the </a:t>
            </a:r>
            <a:r>
              <a:rPr lang="en-GB" sz="900" dirty="0" err="1"/>
              <a:t>disp</a:t>
            </a:r>
            <a:r>
              <a:rPr lang="en-GB" sz="900" dirty="0"/>
              <a:t> register value in the 7 segment (</a:t>
            </a:r>
            <a:r>
              <a:rPr lang="en-GB" sz="900" dirty="0" err="1"/>
              <a:t>clk_div</a:t>
            </a:r>
            <a:r>
              <a:rPr lang="en-GB" sz="900" dirty="0"/>
              <a:t>, </a:t>
            </a:r>
            <a:r>
              <a:rPr lang="en-GB" sz="900" dirty="0" err="1"/>
              <a:t>shift_reg</a:t>
            </a:r>
            <a:r>
              <a:rPr lang="en-GB" sz="900" dirty="0"/>
              <a:t>, </a:t>
            </a:r>
            <a:r>
              <a:rPr lang="en-GB" sz="900" dirty="0" err="1"/>
              <a:t>disp_decoder</a:t>
            </a:r>
            <a:r>
              <a:rPr lang="en-GB" sz="900" dirty="0"/>
              <a:t>).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63AA3A-CC7B-F363-0D3C-96541CCB3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33" y="720228"/>
            <a:ext cx="5490257" cy="294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diagram of a network&#10;&#10;AI-generated content may be incorrect.">
            <a:extLst>
              <a:ext uri="{FF2B5EF4-FFF2-40B4-BE49-F238E27FC236}">
                <a16:creationId xmlns:a16="http://schemas.microsoft.com/office/drawing/2014/main" id="{3CAE1021-998D-40B6-FDA6-DD2C8E7C5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487" y="3798570"/>
            <a:ext cx="6403026" cy="327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925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E9CB1-35DC-ABEE-7A54-A1178B4D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E4EFBC-218A-E3F8-6C21-ACE3C7BF3315}"/>
              </a:ext>
            </a:extLst>
          </p:cNvPr>
          <p:cNvSpPr txBox="1"/>
          <p:nvPr/>
        </p:nvSpPr>
        <p:spPr>
          <a:xfrm>
            <a:off x="111125" y="169239"/>
            <a:ext cx="1615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FSM</a:t>
            </a:r>
            <a:r>
              <a:rPr lang="he-IL" sz="1600" b="1" dirty="0"/>
              <a:t> </a:t>
            </a:r>
            <a:r>
              <a:rPr lang="en-US" sz="1600" b="1" dirty="0"/>
              <a:t>design</a:t>
            </a:r>
            <a:endParaRPr lang="en-IL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FD7C29-1419-0D0F-70E4-A7AA23D6AB28}"/>
              </a:ext>
            </a:extLst>
          </p:cNvPr>
          <p:cNvSpPr txBox="1"/>
          <p:nvPr/>
        </p:nvSpPr>
        <p:spPr>
          <a:xfrm>
            <a:off x="338085" y="427129"/>
            <a:ext cx="1162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/>
              <a:t>mac_fsm</a:t>
            </a:r>
            <a:endParaRPr lang="en-IL" sz="11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8A9900-5DE6-A3E1-FA46-06BD72ED21E2}"/>
              </a:ext>
            </a:extLst>
          </p:cNvPr>
          <p:cNvSpPr txBox="1"/>
          <p:nvPr/>
        </p:nvSpPr>
        <p:spPr>
          <a:xfrm>
            <a:off x="111125" y="5078977"/>
            <a:ext cx="1162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/>
              <a:t>Rx_fsm</a:t>
            </a:r>
            <a:endParaRPr lang="en-IL" sz="11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FF323C7-324C-0C69-4001-9F7493488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5340587"/>
            <a:ext cx="6467475" cy="206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0DE5A6-48A6-92E1-8EF7-66D90E4F860A}"/>
              </a:ext>
            </a:extLst>
          </p:cNvPr>
          <p:cNvSpPr txBox="1"/>
          <p:nvPr/>
        </p:nvSpPr>
        <p:spPr>
          <a:xfrm>
            <a:off x="973137" y="7496852"/>
            <a:ext cx="1162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/>
              <a:t>Rx_fsm_ff</a:t>
            </a:r>
            <a:endParaRPr lang="en-IL" sz="1100" b="1" dirty="0"/>
          </a:p>
        </p:txBody>
      </p:sp>
      <p:pic>
        <p:nvPicPr>
          <p:cNvPr id="7" name="Picture 6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79646ADE-5F2E-A703-7DAE-79FBECB54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721" y="688739"/>
            <a:ext cx="3167298" cy="4073017"/>
          </a:xfrm>
          <a:prstGeom prst="rect">
            <a:avLst/>
          </a:prstGeom>
        </p:spPr>
      </p:pic>
      <p:pic>
        <p:nvPicPr>
          <p:cNvPr id="9" name="Picture 8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4C8BB22E-B2B6-7AF9-C403-0FE3C23B8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625" y="7926657"/>
            <a:ext cx="4189413" cy="176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764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1455</TotalTime>
  <Words>159</Words>
  <Application>Microsoft Office PowerPoint</Application>
  <PresentationFormat>A4 Paper (210x297 mm)</PresentationFormat>
  <Paragraphs>21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אופיר קבל</dc:creator>
  <cp:lastModifiedBy>אופיר קבל</cp:lastModifiedBy>
  <cp:revision>84</cp:revision>
  <dcterms:created xsi:type="dcterms:W3CDTF">2025-10-28T12:11:07Z</dcterms:created>
  <dcterms:modified xsi:type="dcterms:W3CDTF">2025-12-29T17:03:36Z</dcterms:modified>
</cp:coreProperties>
</file>